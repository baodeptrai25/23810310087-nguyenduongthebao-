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14400"/>
            <a:ext cx="73152" cy="3200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91440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THANH TOÁN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× Momo × VNPay × ZaloPay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 thực hành 13/04/2026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Website Thương mại Điện tử với WooCommerce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Môn học: Thương mại Điện tử   |   Deadline: 21:00 ngày 13/04/2026   |   100 điểm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731520"/>
            <a:ext cx="2286000" cy="2286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463040"/>
            <a:ext cx="1371600" cy="13716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TRÌNH BÀY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Website WooCommerce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673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diện, sản phẩm, danh mục, tin tức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2344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77840" y="12161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Giỏ hàng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1673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WooCommerce Cart &amp; Checkout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37744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2450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MoMo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thanh toán ví điện tử MoMo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37744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4688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245059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VNPay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29077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thanh toán ngân hàng VNPay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61188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97280" y="3685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ZaloPay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142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thanh toán ZaloPay Gateway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11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61188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703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577840" y="3685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Kết quả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77840" y="41422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demo luồng thanh toán thực tế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TỔNG QUAN WEBSITE WOOCOMMERCE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1554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Giao diện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phù hợp chủ đề cửa hàng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trên mobile/tablet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&amp; màu sắc thương hiệu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Theme phù hợp chủ đề cửa hàng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Responsive trên mobile/tablet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Logo &amp; màu sắc thương hiệu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4023360" cy="1554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0972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 Sản phẩm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657600" cy="100584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 sản phẩm / ≥ 5 danh mục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 ảnh, mô tả, giá đầy đủ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theo danh mục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15727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≥ 20 sản phẩm / ≥ 5 danh mục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8928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Hình ảnh, mô tả, giá đầy đủ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128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Phân loại theo danh mục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023360" cy="1554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Tin tức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tức liên quan sản phẩm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sử dụng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&amp; bài viết chuyên ngành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Tin tức liên quan sản phẩm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721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Hướng dẫn sử dụng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Blog &amp; bài viết chuyên ngành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926080"/>
            <a:ext cx="4023360" cy="1554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926080"/>
            <a:ext cx="40233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9260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Liên hệ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2540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liên hệ có validation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địa chỉ, điện thoại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đồ Google Maps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Form liên hệ có 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37216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Thông tin địa chỉ, điện thoại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46320" y="40416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Bản đồ Google Maps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21F40"/>
          </a:solidFill>
          <a:ln w="12700">
            <a:solidFill>
              <a:srgbClr val="021F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GIỎ HÀNG &amp; THANH TOÁN WOOCOMMERCE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8404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MUA HÀNG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609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xem sản phẩm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0819" y="1911096"/>
            <a:ext cx="0" cy="2011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84832"/>
            <a:ext cx="320040" cy="3200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848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12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vào giỏ hàng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0819" y="2414016"/>
            <a:ext cx="0" cy="2011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8775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26151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trang Checkout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0819" y="2916936"/>
            <a:ext cx="0" cy="2011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90672"/>
            <a:ext cx="320040" cy="320040"/>
          </a:xfrm>
          <a:prstGeom prst="ellipse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06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118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thông tin giao hàng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819" y="3419856"/>
            <a:ext cx="0" cy="2011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93592"/>
            <a:ext cx="320040" cy="3200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93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6210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phương thức thanh toán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0819" y="3922776"/>
            <a:ext cx="0" cy="20116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096512"/>
            <a:ext cx="320040" cy="3200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123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nhận &amp; Thanh toán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051560"/>
            <a:ext cx="42976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091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WOOCOMMERCE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1572768"/>
            <a:ext cx="3977640" cy="420624"/>
          </a:xfrm>
          <a:prstGeom prst="rect">
            <a:avLst/>
          </a:prstGeom>
          <a:solidFill>
            <a:srgbClr val="F0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15910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→ Cài đặt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73168" y="179222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đơn vị tiền tệ VND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084832"/>
            <a:ext cx="3977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2103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→ Vận chuyển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73168" y="230428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Thêm phương thức giao hàng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09160" y="2596896"/>
            <a:ext cx="3977640" cy="420624"/>
          </a:xfrm>
          <a:prstGeom prst="rect">
            <a:avLst/>
          </a:prstGeom>
          <a:solidFill>
            <a:srgbClr val="F0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2615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→ Thanh toán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28163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Bật các cổng thanh toán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108960"/>
            <a:ext cx="3977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3127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Checkout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773168" y="33284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Tùy chỉnh trường thông tin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09160" y="3621024"/>
            <a:ext cx="3977640" cy="420624"/>
          </a:xfrm>
          <a:prstGeom prst="rect">
            <a:avLst/>
          </a:prstGeom>
          <a:solidFill>
            <a:srgbClr val="F0FA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thông báo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73168" y="38404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email xác nhận đơn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133088"/>
            <a:ext cx="397764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4151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6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Cảm ơn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773168" y="43525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sau thanh toán thành công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D4008A"/>
          </a:solidFill>
          <a:ln w="12700">
            <a:solidFill>
              <a:srgbClr val="D400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TÍCH HỢP MOMO PAYMENT GATEWAY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589520" y="1051560"/>
            <a:ext cx="1280160" cy="502920"/>
          </a:xfrm>
          <a:prstGeom prst="rect">
            <a:avLst>
              <a:gd name="adj" fmla="val 9091"/>
            </a:avLst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10515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MoMo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0064"/>
                </a:solidFill>
              </a:rPr>
              <a:t>CÁC BƯỚC TÍCH HỢP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1572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tài khoản MoMo Business tại business.momo.vn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993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Lấy Partner Code, Access Key, Secret Key từ 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plugin: WooCommerce MoMo Payment Gateway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62072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834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WooCommerce → Thanh toán → MoMo → Bật lên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282696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32552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Partner Code, Access Key, Secret Key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675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lập IPN URL (webhook nhận kết quả)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123944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40965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với môi trường Sandbox trước khi live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544568"/>
            <a:ext cx="256032" cy="256032"/>
          </a:xfrm>
          <a:prstGeom prst="ellipse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45171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luồng thanh toán QR Code &amp; App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0064"/>
                </a:solidFill>
              </a:rPr>
              <a:t>THÔNG TIN CẦU HÌNH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155448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Partner Code: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1554480"/>
            <a:ext cx="2560320" cy="246888"/>
          </a:xfrm>
          <a:prstGeom prst="rect">
            <a:avLst/>
          </a:prstGeom>
          <a:solidFill>
            <a:srgbClr val="FFF0F8"/>
          </a:solidFill>
          <a:ln w="6350">
            <a:solidFill>
              <a:srgbClr val="FFAA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1554480"/>
            <a:ext cx="251460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0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MOMO_PARTNER_CODE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00600" y="182880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Access Key: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1828800"/>
            <a:ext cx="2560320" cy="246888"/>
          </a:xfrm>
          <a:prstGeom prst="rect">
            <a:avLst/>
          </a:prstGeom>
          <a:solidFill>
            <a:srgbClr val="FFF0F8"/>
          </a:solidFill>
          <a:ln w="6350">
            <a:solidFill>
              <a:srgbClr val="FFAA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1828800"/>
            <a:ext cx="251460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0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F8BBA842ECF85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00600" y="210312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Secret Key: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17920" y="2103120"/>
            <a:ext cx="2560320" cy="246888"/>
          </a:xfrm>
          <a:prstGeom prst="rect">
            <a:avLst/>
          </a:prstGeom>
          <a:solidFill>
            <a:srgbClr val="FFF0F8"/>
          </a:solidFill>
          <a:ln w="6350">
            <a:solidFill>
              <a:srgbClr val="FFAA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2103120"/>
            <a:ext cx="251460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0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K951B6PE1waDMi640xX08PD3vg6EkVlz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23774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IPN URL: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17920" y="2377440"/>
            <a:ext cx="2560320" cy="246888"/>
          </a:xfrm>
          <a:prstGeom prst="rect">
            <a:avLst/>
          </a:prstGeom>
          <a:solidFill>
            <a:srgbClr val="FFF0F8"/>
          </a:solidFill>
          <a:ln w="6350">
            <a:solidFill>
              <a:srgbClr val="FFAAD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23774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00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https://yoursite.com/wc-api/momo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288036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0060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50064"/>
                </a:solidFill>
              </a:rPr>
              <a:t>PHƯƠNG THỨC HỖ TRỢ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800600" y="3401568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3401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Ứng dụng MoMo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363016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Quét QR hoặc deeplink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800600" y="393192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521208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Thẻ ATM/VISA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12080" y="41605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Qua cổng ngân hàng MoMo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800600" y="446227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5212080" y="4462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Ví MoMo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12080" y="4690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Thanh toán bằng số dư ví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1035A0"/>
          </a:solidFill>
          <a:ln w="12700">
            <a:solidFill>
              <a:srgbClr val="103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TÍCH HỢP VNPAY PAYMENT GATEWAY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98080" y="1051560"/>
            <a:ext cx="1371600" cy="5029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0515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VNPay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CÁC BƯỚC TÍCH HỢP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1572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merchant tại sandbox.vnpayment.vn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993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TMN Code và Hash Secret từ VNPay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plugin: WooCommerce VNPay Payment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62072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834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WooCommerce → Thanh toán → VNPay → Bật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282696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32552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TMN Code và Hash Secret Key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675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loại hash: SHA512 (khuyến nghị)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123944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40965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sandbox với tài khoản demo VNPay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544568"/>
            <a:ext cx="256032" cy="256032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45171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IPN và Return URL hoạt động đúng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0515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THÔNG SỐ CẦU HÌNH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1536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TMN Code: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1536192"/>
            <a:ext cx="2423160" cy="22860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7648" y="1536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DEMO1234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Hash Secret: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1783080"/>
            <a:ext cx="2423160" cy="22860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1783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VNPAY_HASH_SECRET_KEY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0600" y="20299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URL Thanh toán: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309360" y="2029968"/>
            <a:ext cx="2423160" cy="22860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27648" y="2029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https://sandbox.vnpayment.vn/...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0600" y="22768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Return URL: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09360" y="2276856"/>
            <a:ext cx="2423160" cy="22860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2276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https://yoursite.com/?vnp_...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2523744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Hash Algorithm: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09360" y="2523744"/>
            <a:ext cx="2423160" cy="22860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25237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56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SHA512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663440" y="30175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800600" y="3090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56DB"/>
                </a:solidFill>
              </a:rPr>
              <a:t>NGÂN HÀNG HỖ TRỢ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54880" y="350215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73168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Vietcombank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66560" y="350215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84848" y="35021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Techcombank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754880" y="382219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73168" y="3822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BIDV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766560" y="382219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84848" y="382219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VietinBank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754880" y="414223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73168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ACB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766560" y="414223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84848" y="414223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MB Bank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754880" y="446227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4462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TPBank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766560" y="4462272"/>
            <a:ext cx="1828800" cy="274320"/>
          </a:xfrm>
          <a:prstGeom prst="rect">
            <a:avLst/>
          </a:prstGeom>
          <a:solidFill>
            <a:srgbClr val="EEF2FF"/>
          </a:solidFill>
          <a:ln w="6350">
            <a:solidFill>
              <a:srgbClr val="A5B4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84848" y="4462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38100" rIns="381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56DB"/>
                </a:solidFill>
              </a:rPr>
              <a:t>✓ Agribank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050C0"/>
          </a:solidFill>
          <a:ln w="12700">
            <a:solidFill>
              <a:srgbClr val="0050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TÍCH HỢP ZALOPAY PAYMENT GATEWAY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1051560"/>
            <a:ext cx="1645920" cy="502920"/>
          </a:xfrm>
          <a:prstGeom prst="rect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051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ZaloPay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4114800" cy="384048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F5"/>
                </a:solidFill>
              </a:rPr>
              <a:t>CÁC BƯỚC TÍCH HỢP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00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49808" y="157276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tại developers.zalopay.vn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20824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20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49808" y="19933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ứng dụng &amp; nhận App ID, Key1, Key2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49808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plugin: WooCommerce ZaloPay Gateway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62072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62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" y="2834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 WooCommerce → Thanh toán → ZaloPay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282696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282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325526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Điền App ID, Key1, Key2 vào cài đặt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3703320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703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9808" y="36758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Callback URL cho webhook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4123944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239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49808" y="40965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với môi trường sandbox ZaloPay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544568"/>
            <a:ext cx="256032" cy="256032"/>
          </a:xfrm>
          <a:prstGeom prst="ellipse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544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9808" y="451713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sang Production khi đã ổn định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0060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F5"/>
                </a:solidFill>
              </a:rPr>
              <a:t>THÔNG SỐ CẦU HÌNH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153619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App ID: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1536192"/>
            <a:ext cx="2606040" cy="2468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536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2553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181051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Key1: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1810512"/>
            <a:ext cx="2606040" cy="2468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44768" y="18105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PcY4iZIKFCIdgZvA6ueMcMHHUbRLYjPL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0600" y="208483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Key2: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26480" y="2084832"/>
            <a:ext cx="2606040" cy="2468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20848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kLtgPl8HHhfvMuDHPwKfgfsY4Ydm9eIz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0600" y="2359152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Callback URL: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26480" y="2359152"/>
            <a:ext cx="2606040" cy="2468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23591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https://yoursite.com/wc-api/zalopay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63440" y="2880360"/>
            <a:ext cx="42062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00600" y="29718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AF5"/>
                </a:solidFill>
              </a:rPr>
              <a:t>ĐẶC ĐIỂM NỔI BẬT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754880" y="34015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138928" y="34015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Thanh toán siêu nhanh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138928" y="358444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Tích hợp với Zalo App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754880" y="37856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138928" y="37856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Liên kết ngân hàng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138928" y="396849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Hỗ trợ 30+ ngân hàng VN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754880" y="41696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138928" y="416966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Bảo mật cao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38928" y="43525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OTP xác thực 2 lớp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754880" y="45537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💸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138928" y="45537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Phí cạnh tranh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38928" y="473659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Tỷ lệ chiết khấu tốt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CÁC CỔNG THANH TOÁN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560320" cy="457200"/>
          </a:xfrm>
          <a:prstGeom prst="rect">
            <a:avLst/>
          </a:prstGeom>
          <a:solidFill>
            <a:srgbClr val="05668D"/>
          </a:solidFill>
          <a:ln w="12700">
            <a:solidFill>
              <a:srgbClr val="05668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Tiêu chí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1051560"/>
            <a:ext cx="1920240" cy="457200"/>
          </a:xfrm>
          <a:prstGeom prst="rect">
            <a:avLst/>
          </a:prstGeom>
          <a:solidFill>
            <a:srgbClr val="A50064"/>
          </a:solidFill>
          <a:ln w="12700">
            <a:solidFill>
              <a:srgbClr val="A500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MoMo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1920240" cy="4572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VNPay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051560"/>
            <a:ext cx="1920240" cy="457200"/>
          </a:xfrm>
          <a:prstGeom prst="rect">
            <a:avLst/>
          </a:prstGeom>
          <a:solidFill>
            <a:srgbClr val="006AF5"/>
          </a:solidFill>
          <a:ln w="12700">
            <a:solidFill>
              <a:srgbClr val="006A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051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ZaloPay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2560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508760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0" y="1508760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1508760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&amp; DN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508760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10912" y="1508760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 lớn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508760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508760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 nhân trẻ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1938528"/>
            <a:ext cx="2560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1938528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 GD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26080" y="1938528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99232" y="1938528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37760" y="1938528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1938528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1938528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76872" y="1938528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368296"/>
            <a:ext cx="2560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368296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Ngân hàng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2368296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99232" y="236829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ngân hàng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37760" y="2368296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10912" y="236829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45+ ngân hàng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2368296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76872" y="236829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ngân hàng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2798064"/>
            <a:ext cx="2560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798064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0" y="2798064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9232" y="2798064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37760" y="2798064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2798064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03720" y="2798064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76872" y="2798064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3227832"/>
            <a:ext cx="2560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227832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điện tử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3227832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99232" y="32278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(Ví MoMo)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37760" y="3227832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10912" y="32278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03720" y="3227832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76872" y="3227832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(ZaloPay)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74320" y="3657600"/>
            <a:ext cx="2560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3657600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góp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26080" y="3657600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99232" y="3657600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937760" y="3657600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10912" y="3657600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03720" y="3657600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76872" y="3657600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74320" y="4087368"/>
            <a:ext cx="256032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7472" y="4087368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926080" y="4087368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99232" y="4087368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937760" y="4087368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10912" y="4087368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903720" y="4087368"/>
            <a:ext cx="192024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76872" y="4087368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74320" y="4517136"/>
            <a:ext cx="256032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" y="4517136"/>
            <a:ext cx="241401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VN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926080" y="4517136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99232" y="451713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937760" y="4517136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10912" y="451713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Đầy đủ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903720" y="4517136"/>
            <a:ext cx="1920240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976872" y="4517136"/>
            <a:ext cx="17739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 tốt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DEMO &amp; KẾT QUẢ THỰC HIỆN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2926080"/>
          </a:xfrm>
          <a:prstGeom prst="rect">
            <a:avLst/>
          </a:prstGeom>
          <a:solidFill>
            <a:srgbClr val="021F40"/>
          </a:solidFill>
          <a:ln w="12700">
            <a:solidFill>
              <a:srgbClr val="05668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31720" y="1874520"/>
            <a:ext cx="914400" cy="914400"/>
          </a:xfrm>
          <a:prstGeom prst="ellipse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874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43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AFA"/>
                </a:solidFill>
              </a:rPr>
              <a:t>VIDEO DEMO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3584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Ghi lại màn hình luồng thanh toán đầy đủ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291840" cy="3794760"/>
          </a:xfrm>
          <a:prstGeom prst="rect">
            <a:avLst/>
          </a:prstGeom>
          <a:solidFill>
            <a:srgbClr val="F0FA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15000" y="11155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CHECKLIST NỘP BÀI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87568" y="159105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15910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8932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WooCommerce hoàn thiện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87568" y="1906524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19065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89320" y="18882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 sản phẩm / ≥ 5 danh mục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87568" y="2221992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2037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tin tức có bài viết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87568" y="2537460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7568" y="25374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89320" y="25191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liên hệ với 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87568" y="2852928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87568" y="2852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8932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Giỏ hàng hoạt động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87568" y="3168396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31683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31501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MoMo Payment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87568" y="3483864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87568" y="34838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89320" y="3465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VNPay Payment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3799332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37993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7810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ZaloPay Payment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87568" y="4114800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87568" y="4114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89320" y="4096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thuyết minh (slide này)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87568" y="4430268"/>
            <a:ext cx="2377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87568" y="44302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44119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ghi màn hình kết quả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F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8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thành công 3 cổng thanh toán phổ biến tại Việt Nam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828800" cy="1463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WooCommerce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4CC"/>
                </a:solidFill>
              </a:rPr>
              <a:t>Nền tảng TMĐT hoàn chỉnh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920240"/>
            <a:ext cx="1828800" cy="1463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💜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56032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6032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4CC"/>
                </a:solidFill>
              </a:rPr>
              <a:t>Ví điện tử #1 Việt Nam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920240"/>
            <a:ext cx="1828800" cy="1463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💙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6344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VNPay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4CC"/>
                </a:solidFill>
              </a:rPr>
              <a:t>Cổng thanh toán ngân hàng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920240"/>
            <a:ext cx="1828800" cy="146304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766560" y="199339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🔵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766560" y="2514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ZaloPay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8346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0C4CC"/>
                </a:solidFill>
              </a:rPr>
              <a:t>Thanh toán tích hợp Zalo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4400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thầy/cô và các bạn đã theo dõi!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286000" y="4224528"/>
            <a:ext cx="45720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42245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21:00 ngày 13/04/2026  |  100 điểm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Tích hợp Thanh toán WooCommerce</dc:title>
  <dc:subject>PptxGenJS Presentation</dc:subject>
  <dc:creator>Sinh viên</dc:creator>
  <cp:lastModifiedBy>Sinh viên</cp:lastModifiedBy>
  <cp:revision>1</cp:revision>
  <dcterms:created xsi:type="dcterms:W3CDTF">2026-04-13T11:27:36Z</dcterms:created>
  <dcterms:modified xsi:type="dcterms:W3CDTF">2026-04-13T11:27:36Z</dcterms:modified>
</cp:coreProperties>
</file>